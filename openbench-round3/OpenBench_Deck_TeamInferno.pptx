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b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lot-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l-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vestor-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rust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eck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1-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2-assum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3-unit-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4-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5-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6-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7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8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9-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